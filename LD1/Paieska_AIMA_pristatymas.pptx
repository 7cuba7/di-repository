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E293B"/>
                </a:solidFill>
              </a:rPr>
              <a:t>Paieška būsenų erdvėje (AIMA)
EightPuzzle ir N-Queens</a:t>
            </a:r>
          </a:p>
          <a:p>
            <a:r>
              <a:rPr sz="1800">
                <a:solidFill>
                  <a:srgbClr val="475569"/>
                </a:solidFill>
              </a:rPr>
              <a:t>Esminiai dalykai pristatymui: euristikos, BFS/DFS, architektūra, debug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Kas yra AIMA architektūra?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BEEFF"/>
                </a:solidFill>
              </a:rPr>
              <a:t>Standartinis būdas aprašyti paieškos uždavinius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Idėja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AIMA = Artificial Intelligence: A Modern Approach (knyga + pavyzdžiai)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Problema aprašoma vienodu šablonu: state, initial, goal, actions, result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Tada tą pačią problemą gali spręsti BFS, DFS, A*, best-first ir kt.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Keičiasi problema, bet ne paieškos algoritmas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Ką tai duoda?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Tvarkingą architektūrą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Pakartotinį paieškos algoritmų naudojimą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Lengvą debug ir palyginimą (BFS vs best-first)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Pagrindinės sąvokos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Apibrėžimai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State (būsena): kaip dabar atrodo situacija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Initial state: nuo ko pradedame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Goal test / Goal: kada laikome, kad sprendimas rastas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Actions: kokius veiksmus galima daryti iš būsenos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Result(state, action): kokia nauja būsena po veiksmo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Trumpai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state = kur esu dabar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action = ką darau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result = kur atsiduriu po veiksmo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EightPuzzle – problemos aprašymas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Kaip aprašoma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State: 9 skaičių tuple (3x3 lenta), 0 = tuščia vieta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Initial: (2,4,3,1,5,6,7,8,0)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Goal: (1,2,3,4,5,6,7,8,0)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Actions: stumdyti 0 (U/D/L/R)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Result: nauja lenta po pastūmimo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Ką daro BFS?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Tiria būsenas sluoksniais (1 žingsnis, 2 žingsniai, ...)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Garantija: randa trumpiausią sprendimą (kai kainos vienodos)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N-Queens – problemos aprašymas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Kaip aprašoma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State: sąrašas, kur indeksas = eilutė, reikšmė = stulpelis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Pvz.: [1,3,0,2]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Initial: tuščia / nepilna būsena (pvz. [-1,-1,-1,-1])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Goal: 0 konfliktų (karalienės viena kitos nepuola)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Actions: perkelti karalienę į kitą stulpelį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Paieška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Dažnai naudojamas best-first su euristika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Tikslas: mažinti konfliktų skaičių iki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Kas yra euristika?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Paprasta idėja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Euristika = skaičius, kuris įvertina, kiek būsena yra „arti tikslo“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Tai protingas spėjimas, kuris padeda ieškoti greičiau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Algoritmas renkasi būseną su mažesne h(n) reikšme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Kam ji naudinga?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Vietoj aklos paieškos – protingesnė kryptis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Mažiau tikrinamų būsenų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Dažnai daug greitesnis sprendimas nei BFS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Manhattan atstumas (EightPuzzle)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Kas tai?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Skaičiuoja, kiek žingsnių plytelei reikia iki teisingos vietos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Leidžiami tik judesiai: aukštyn/žemyn/kairė/dešinė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Skaičiuojama visoms plytelėms ir sudedama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Kuo mažesnė suma – tuo būsena arčiau sprendimo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Kodėl tinka?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EightPuzzle judesiai yra tik U/D/L/R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Todėl Manhattan atstumas gerai atspindi „kiek dar toli“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Konfliktų skaičius (N-Queens)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Kas tai?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Skaičiuoja, kiek porų karalienių viena kitą puola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Konfliktai: tas pats stulpelis arba įstrižainė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h(n) = konfliktų skaičius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Tikslas: h(n) = 0 (sprendimas)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Kodėl Manhattan netinka?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N-Queens nėra „teisingų vietų“ kaip 8-puzzle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Svarbu tik, kad nebūtų konfliktų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BFS, DFS ir Best-first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Skirtumai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BFS: tikrina sluoksniais, randa trumpiausią kelią, bet lėtas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DFS: eina gilyn, mažiau atminties, bet negarantuoja optimalumo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Best-first / A*: naudoja euristiką, dažnai greičiausias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Frontier idėja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Frontier = laukiančių mazgų sąrašas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BFS: FIFO eilė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DFS: LIFO (stack)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Best-first: prioritetinė eilė pagal f(n) arba h(n)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Paieškos architektūra (AIMA)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Pagrindiniai komponentai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Problem: aprašo uždavinį (state, actions, result, goal_test)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Node: paieškos mazgas (state, parent, action, cost)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Frontier: mazgai, kuriuos dar reikės tikrinti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Explored: jau aplankytos būsenos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Algoritmo ciklas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1) Paimu node iš frontier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2) Tikrinu goal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3) Jei ne – išplečiu (expand) vaikus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4) Vaikus dedu į frontier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5) Kartojam, kol randam tikslą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Debug (trasavimas) – ką parodyti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864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Ką stebėti debug režimu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node.state – dabartinė būsena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frontier dydis – kiek dar laukia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explored dydis – kiek jau aplankyta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child.state – kokios naujos būsenos generuojamos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12064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Ką pasakyti dėstytojui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73736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Kur sukuriamas pradinis Node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Kur tikrinamas goal_test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Kur vyksta expand ir vaikai dedami į frontier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t>Kaip pagal euristiką parenkamas kitas node (best-first)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Check-list atsiskaitymui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293B"/>
                </a:solidFill>
              </a:rPr>
              <a:t>Ką turiu mokėti paaiškinti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293B"/>
                </a:solidFill>
              </a:defRPr>
            </a:pPr>
            <a:r>
              <a:t>Kas yra AIMA architektūra ir kodėl ji naudojama</a:t>
            </a:r>
          </a:p>
          <a:p>
            <a:pPr>
              <a:spcAft>
                <a:spcPts val="600"/>
              </a:spcAft>
              <a:defRPr sz="2000">
                <a:solidFill>
                  <a:srgbClr val="1E293B"/>
                </a:solidFill>
              </a:defRPr>
            </a:pPr>
            <a:r>
              <a:t>Kas yra state, initial, goal, actions, result</a:t>
            </a:r>
          </a:p>
          <a:p>
            <a:pPr>
              <a:spcAft>
                <a:spcPts val="600"/>
              </a:spcAft>
              <a:defRPr sz="2000">
                <a:solidFill>
                  <a:srgbClr val="1E293B"/>
                </a:solidFill>
              </a:defRPr>
            </a:pPr>
            <a:r>
              <a:t>Kaip veikia EightPuzzle ir N-Queens</a:t>
            </a:r>
          </a:p>
          <a:p>
            <a:pPr>
              <a:spcAft>
                <a:spcPts val="600"/>
              </a:spcAft>
              <a:defRPr sz="2000">
                <a:solidFill>
                  <a:srgbClr val="1E293B"/>
                </a:solidFill>
              </a:defRPr>
            </a:pPr>
            <a:r>
              <a:t>Kas yra euristika, Manhattan ir konfliktų skaičius</a:t>
            </a:r>
          </a:p>
          <a:p>
            <a:pPr>
              <a:spcAft>
                <a:spcPts val="600"/>
              </a:spcAft>
              <a:defRPr sz="2000">
                <a:solidFill>
                  <a:srgbClr val="1E293B"/>
                </a:solidFill>
              </a:defRPr>
            </a:pPr>
            <a:r>
              <a:t>Skirtumai tarp BFS, DFS ir best-first</a:t>
            </a:r>
          </a:p>
          <a:p>
            <a:pPr>
              <a:spcAft>
                <a:spcPts val="600"/>
              </a:spcAft>
              <a:defRPr sz="2000">
                <a:solidFill>
                  <a:srgbClr val="1E293B"/>
                </a:solidFill>
              </a:defRPr>
            </a:pPr>
            <a:r>
              <a:t>Kas yra Problem, Node, frontier, explored ir kaip veikia paieškos ciklas</a:t>
            </a:r>
          </a:p>
          <a:p>
            <a:pPr>
              <a:spcAft>
                <a:spcPts val="600"/>
              </a:spcAft>
              <a:defRPr sz="2000">
                <a:solidFill>
                  <a:srgbClr val="1E293B"/>
                </a:solidFill>
              </a:defRPr>
            </a:pPr>
            <a:r>
              <a:t>Kaip debug režimu pamatyti algoritmo darbą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